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6DBAC2B-F4B3-426D-841B-05C6085F82DA}">
          <p14:sldIdLst>
            <p14:sldId id="256"/>
            <p14:sldId id="257"/>
            <p14:sldId id="258"/>
            <p14:sldId id="259"/>
            <p14:sldId id="260"/>
            <p14:sldId id="261"/>
            <p14:sldId id="263"/>
            <p14:sldId id="264"/>
            <p14:sldId id="267"/>
            <p14:sldId id="268"/>
            <p14:sldId id="269"/>
            <p14:sldId id="270"/>
          </p14:sldIdLst>
        </p14:section>
        <p14:section name="Untitled Section" id="{64804945-49DA-4285-9897-04061E9A8CF4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8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532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097280"/>
            <a:ext cx="4114800" cy="41148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F9E79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2560"/>
            <a:ext cx="9144000" cy="226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kern="0" spc="200" dirty="0">
              <a:solidFill>
                <a:srgbClr val="C9CE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kern="0" spc="200" dirty="0">
              <a:solidFill>
                <a:srgbClr val="C9CE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kern="0" spc="200" dirty="0">
              <a:solidFill>
                <a:srgbClr val="C9CE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kern="0" spc="200" dirty="0">
              <a:solidFill>
                <a:srgbClr val="C9CE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kern="0" spc="200" dirty="0">
              <a:solidFill>
                <a:srgbClr val="C9CE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kern="0" spc="200" dirty="0">
              <a:solidFill>
                <a:srgbClr val="C9CE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kern="0" spc="200" dirty="0">
              <a:solidFill>
                <a:srgbClr val="C9CE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kern="0" spc="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PROJECT PRESENTATION 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FASHIONPRICEX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Dynamic Pricing System for Fashion Products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128016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06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SHOBHA RANI SH &amp; Registration Number: 24SUPMCAGL079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Ms. Sowndarya AM, Assistant professor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AI/DS  •  Sapthagiri NPS University •  2025-26</a:t>
            </a:r>
            <a:endParaRPr lang="en-US" sz="1200" dirty="0"/>
          </a:p>
        </p:txBody>
      </p:sp>
      <p:pic>
        <p:nvPicPr>
          <p:cNvPr id="13" name="Picture 12" descr="Sapthagiri NPS University">
            <a:extLst>
              <a:ext uri="{FF2B5EF4-FFF2-40B4-BE49-F238E27FC236}">
                <a16:creationId xmlns:a16="http://schemas.microsoft.com/office/drawing/2014/main" id="{9378CBE9-A75D-D73C-1B38-B1AB964FB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1"/>
            <a:ext cx="7802880" cy="16916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659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Fast-changing fashion trends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Styles, sizes, and colours go out of demand within weeks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0574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19659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 inventory loses value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0" y="22860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prices don't react to falling demand or ageing stock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44952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7355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18211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existing systems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5021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customer, and delivery are usually separate, disconnected apps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044952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27355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318211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order visibility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0" y="35021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show only static order status, no live tracking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FashionPriceX  |  Major Project Presentation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764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RL-based dynamic pricing engine that reacts to demand &amp; inventory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4780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Product Admin, Customer &amp; Delivery Person into ONE application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19125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order confirmation email to the customer's registered email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22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9044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GPS delivery tracking for customers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4636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617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53309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FashionPriceX  |  Major Project Presentation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8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FashionPriceX is a full-stack fashion e-commerce application built around a reinforcement-learning-driven dynamic pricing engine. It continuously observes demand, inventory, and seasonal signals to adjust prices — aiming to maximise revenue while keeping stock moving and prices fair.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8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typical projects that build only a storefront, FashionPriceX is a single unified application with three role-based logins — Product Admin, Customer, and Delivery Person — sharing one consistent backend. On checkout, an order confirmation email is sent automatically, and once dispatched, the delivery person's live GPS location is shared with the customer in real time.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FashionPriceX  |  Major Project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95020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Nowak &amp; Pawłowska-Nowak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classifiers for e-commerce 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SVM most reliable for price 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Ferreira, Lee &amp; Simchi-Levi (2016)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forecasting + price optimisation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~10% revenue increase, no volume drop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Liu et al. (2020)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RL pricing on Alibaba Tmall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Gains in both revenue and conversion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Apte, Kale, Datar &amp; Deshmukh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Q-learning for retail 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Adapted better to price-elasticity than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Mussi et al. (2022)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learning for volume discounts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turnover vs human-set discounts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FashionPriceX  |  Major Project Presentation</a:t>
            </a:r>
            <a:endParaRPr lang="en-US" sz="1000" dirty="0"/>
          </a:p>
        </p:txBody>
      </p:sp>
      <p:sp>
        <p:nvSpPr>
          <p:cNvPr id="4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vs. Proposed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EDED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60020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0" y="1600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160020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0" y="1600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FashionPriceX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3611880" cy="822960"/>
          </a:xfrm>
          <a:prstGeom prst="rect">
            <a:avLst/>
          </a:prstGeom>
          <a:solidFill>
            <a:srgbClr val="FAFAFA"/>
          </a:solidFill>
          <a:ln w="6350">
            <a:solidFill>
              <a:srgbClr val="EDED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028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2240280"/>
            <a:ext cx="3611880" cy="822960"/>
          </a:xfrm>
          <a:prstGeom prst="rect">
            <a:avLst/>
          </a:prstGeom>
          <a:solidFill>
            <a:srgbClr val="FAFAFA"/>
          </a:solidFill>
          <a:ln w="6350">
            <a:solidFill>
              <a:srgbClr val="EDED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24028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price or manual rules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2240280"/>
            <a:ext cx="3611880" cy="822960"/>
          </a:xfrm>
          <a:prstGeom prst="rect">
            <a:avLst/>
          </a:prstGeom>
          <a:solidFill>
            <a:srgbClr val="FAFAFA"/>
          </a:solidFill>
          <a:ln w="6350">
            <a:solidFill>
              <a:srgbClr val="EDED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224028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RL-based dynamic pricing engine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6118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00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structure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97680" y="3200400"/>
            <a:ext cx="36118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3200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apps for admin &amp; customer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0" y="3200400"/>
            <a:ext cx="36118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3200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3 role-based logins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3611880" cy="822960"/>
          </a:xfrm>
          <a:prstGeom prst="rect">
            <a:avLst/>
          </a:prstGeom>
          <a:solidFill>
            <a:srgbClr val="FAFAFA"/>
          </a:solidFill>
          <a:ln w="6350">
            <a:solidFill>
              <a:srgbClr val="EDED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60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4160520"/>
            <a:ext cx="3611880" cy="822960"/>
          </a:xfrm>
          <a:prstGeom prst="rect">
            <a:avLst/>
          </a:prstGeom>
          <a:solidFill>
            <a:srgbClr val="FAFAFA"/>
          </a:solidFill>
          <a:ln w="6350">
            <a:solidFill>
              <a:srgbClr val="EDED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4160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Auto-message to registered Number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46720" y="4160520"/>
            <a:ext cx="3611880" cy="822960"/>
          </a:xfrm>
          <a:prstGeom prst="rect">
            <a:avLst/>
          </a:prstGeom>
          <a:solidFill>
            <a:srgbClr val="FAFAFA"/>
          </a:solidFill>
          <a:ln w="6350">
            <a:solidFill>
              <a:srgbClr val="EDED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4160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Auto-emailed to registered email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36118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1206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visibility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297680" y="5120640"/>
            <a:ext cx="36118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51206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status (Packed/Shipped)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46720" y="5120640"/>
            <a:ext cx="36118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3880" y="51206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tracking in real time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FashionPriceX  |  Major Project Presentation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505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2011680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24505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2011680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0" y="24505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4290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867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Model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51960" y="32461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34290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3867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Pricing Engine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55280" y="32461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4290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38160" y="3867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Development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846320"/>
            <a:ext cx="365760" cy="365760"/>
          </a:xfrm>
          <a:prstGeom prst="ellipse">
            <a:avLst/>
          </a:prstGeom>
          <a:solidFill>
            <a:srgbClr val="212B5F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52852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&amp; Tracking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4348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34840" y="52852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138160" y="52852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FashionPriceX  |  Major Project Presentation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4" name="Image 0" descr="/home/claude/docx_work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1417320"/>
            <a:ext cx="6826081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FashionPriceX  |  Major Project Presentation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&amp; Their Description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Module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Register/login, browse dynamic prices, cart, checkout, email confirmation, GPS tracking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0116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Admin Module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00800" y="25603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products &amp; inventory, configure pricing rules, confirm orders, assign delivery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212B5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434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Person Module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489204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assignments, accept orders, share live GPS, update delivery status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411480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F9E79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3434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Engine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489204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+ RL pricing + fairness guardrails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FashionPriceX  |  Major Project Presentation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457200" cy="91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67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328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965960"/>
            <a:ext cx="457200" cy="91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167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5328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(Flask)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965960"/>
            <a:ext cx="457200" cy="9144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167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5328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235440" y="2167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35440" y="25328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611880"/>
            <a:ext cx="457200" cy="91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13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1788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JWT / session auth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34290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3611880"/>
            <a:ext cx="457200" cy="91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3813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41788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/ Transactional Email API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4290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3611880"/>
            <a:ext cx="457200" cy="9144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813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&amp; Maps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41788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API + Google Maps / OSM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235440" y="3813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35440" y="41788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FashionPriceX  |  Major Project Presentation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3291840" cy="3291840"/>
          </a:xfrm>
          <a:prstGeom prst="ellipse">
            <a:avLst/>
          </a:prstGeom>
          <a:solidFill>
            <a:srgbClr val="F9616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200400" cy="1600200"/>
          </a:xfrm>
          <a:prstGeom prst="roundRect">
            <a:avLst>
              <a:gd name="adj" fmla="val 5143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+17.4%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874520"/>
            <a:ext cx="3200400" cy="1600200"/>
          </a:xfrm>
          <a:prstGeom prst="roundRect">
            <a:avLst>
              <a:gd name="adj" fmla="val 5143"/>
            </a:avLst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2057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+11.2%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38912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1874520"/>
            <a:ext cx="3200400" cy="1600200"/>
          </a:xfrm>
          <a:prstGeom prst="roundRect">
            <a:avLst>
              <a:gd name="adj" fmla="val 5143"/>
            </a:avLst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2057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+15.8%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95528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Stockouts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static pricing baseline, on a simulated fashion-retail environment.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10515600" cy="18288"/>
          </a:xfrm>
          <a:prstGeom prst="rect">
            <a:avLst/>
          </a:prstGeom>
          <a:solidFill>
            <a:srgbClr val="44508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34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3 role-based logins work correctly within one application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Order confirmation emails delivered within seconds of checkout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GPS location updates reflected with minimal delay on tracking screen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FashionPriceX  |  Major Project Presentation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FashionPriceX combines a reinforcement-learning pricing engine with a single application supporting three role-based logins, automated order confirmation emails, and real-time GPS delivery tracking — improving revenue, margin, and stock efficiency versus static pricing.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 reviews &amp; ratings as pricing signal</a:t>
            </a:r>
          </a:p>
          <a:p>
            <a:endParaRPr lang="en-US" sz="1200" dirty="0"/>
          </a:p>
          <a:p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37960" y="2834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291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3749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4206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750009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Formal fairness audit across customer segments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AI-assistant for better product reference.</a:t>
            </a:r>
          </a:p>
          <a:p>
            <a:pPr>
              <a:lnSpc>
                <a:spcPct val="150000"/>
              </a:lnSpc>
            </a:pPr>
            <a:endParaRPr lang="en-US" sz="1200" dirty="0">
              <a:solidFill>
                <a:srgbClr val="5A5A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5A5A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FashionPriceX  |  Major Project Presentation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M. Nowak &amp; M. Pawłowska-Nowak, “Dynamic Pricing Method in E-Commerce Using ML,” Appl. Sci., 2024.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K. J. Ferreira, B. H. A. Lee &amp; D. Simchi-Levi, “Analytics for an Online Retailer,” Manuf. Serv. Oper. Manag., 2016.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J. Liu et al., “Dynamic Pricing on E-Commerce Platform with Deep RL,” arXiv:1912.02572, 2020.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M. Apte, K. Kale, P. Datar &amp; P. R. Deshmukh, “Dynamic Retail Pricing via Q-Learning,” arXiv:2411.18261, 2024.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M. Mussi et al., “Dynamic Pricing with Volume Discounts in Online Settings,” arXiv:2211.09612, 2022.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K. Safonov, “Neural Network Approach to Demand Estimation &amp; Dynamic Pricing,” arXiv:2412.00920, 2024.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Q. Zhao, Y. Zhang, D. Friedman &amp; F. Tan, “E-Commerce Recommendation with Personalized Promotion,” RecSys, 2015.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R. S. Sutton &amp; A. G. Barto, Reinforcement Learning: An Introduction, 2nd ed., MIT Press, 2018.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FashionPriceX  |  Major Project Presentation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822DBC-6710-9CF3-D528-9F3BC105B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054"/>
            <a:ext cx="11145520" cy="581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536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E3204-1998-187F-F5CC-6DE593DF8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53ECB3-A62D-145F-8E63-C9100A694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" y="111760"/>
            <a:ext cx="6014720" cy="65015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B53101-9B7B-80A5-E4C5-ED92354BF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200" y="111760"/>
            <a:ext cx="6654800" cy="66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69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1015</Words>
  <Application>Microsoft Office PowerPoint</Application>
  <PresentationFormat>Widescreen</PresentationFormat>
  <Paragraphs>191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sudeep s</cp:lastModifiedBy>
  <cp:revision>5</cp:revision>
  <dcterms:created xsi:type="dcterms:W3CDTF">2026-08-19T00:02:40Z</dcterms:created>
  <dcterms:modified xsi:type="dcterms:W3CDTF">2026-08-19T04:04:31Z</dcterms:modified>
</cp:coreProperties>
</file>